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A3A8A3-37BF-4E3E-93BE-21BD31E4F55D}" v="12" dt="2025-09-29T12:54:06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03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85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19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81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54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0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26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863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18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14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2075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32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4162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048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273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73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69F95-FACB-4B94-B10B-43DBEA0AC7A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9CC1655-04A6-44F6-B9E6-AC2AF8D57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7231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CC1E8-4892-B190-AADF-643991FC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67086"/>
            <a:ext cx="4876672" cy="53094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900" b="1" i="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BIKE MODELS DASHBOARD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C67F5D-656F-D49F-F7D9-24D88511C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485" y="944880"/>
            <a:ext cx="7394156" cy="564603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D2A8E-2AD3-C41F-E2CE-6017D0E9E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921" y="1268010"/>
            <a:ext cx="3623564" cy="532290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 and Hybrid bikes show 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daily distance usage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around 1410–1402 km, while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bikes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 slightly less at 1191 km.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Bajaj models such as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Avenger 220, Domina 400, Platina 110, and Pulsar 150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 user preferences.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Popular brands featured include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KTM, Royal Enfield, Kawasaki, Hero, Honda, and Bajaj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competition in the market.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tier analysis shows 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bike users are from Tier-3 cities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Tier-1, Tier-2, and metro users.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7769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722C5-E729-A578-B71C-CC20D80C8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855" y="153404"/>
            <a:ext cx="4871526" cy="690177"/>
          </a:xfrm>
        </p:spPr>
        <p:txBody>
          <a:bodyPr>
            <a:no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MILEAGE AND CAPACITY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A9BC47-8687-2F0C-0BEB-7678884ED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500" y="976313"/>
            <a:ext cx="7059204" cy="559555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03C14-3707-F50C-EF53-B451D7551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0439" y="442452"/>
            <a:ext cx="4238061" cy="6415548"/>
          </a:xfrm>
        </p:spPr>
        <p:txBody>
          <a:bodyPr>
            <a:normAutofit fontScale="25000" lnSpcReduction="20000"/>
          </a:bodyPr>
          <a:lstStyle/>
          <a:p>
            <a:pPr marL="1143000" indent="-1143000">
              <a:buFont typeface="Wingdings" panose="05000000000000000000" pitchFamily="2" charset="2"/>
              <a:buChar char="Ø"/>
            </a:pPr>
            <a:endParaRPr 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capacity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varies widely across bikes, ranging from 105cc to 338cc, with notable usage in multiple categories.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Fuel-wise mileage distribution: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bikes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 the highest share (43.33%).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 bikes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 with 35.39%.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bikes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up 21.27%.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capacity by fuel type: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Hybrid: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20.2K cc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Petrol: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20.1K cc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Electric: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14.4K cc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capacity by fuel type: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Hybrid: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20.2K cc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Petrol: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20.1K cc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1143000" indent="-11430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Electric: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14.4K cc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857250" indent="-857250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7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19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21F78-EFFF-2231-6652-CCAFC566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698" y="257944"/>
            <a:ext cx="5289327" cy="567961"/>
          </a:xfrm>
        </p:spPr>
        <p:txBody>
          <a:bodyPr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DETAILS DASHBOARD 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164178-1880-840A-A8E5-8E8993904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161" y="973393"/>
            <a:ext cx="6533536" cy="563388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55497-9D56-9393-BB5A-4E7C73020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4657" y="1224116"/>
            <a:ext cx="4578504" cy="5383161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Resale price analysis highlights top models:. 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Bajaj Dominar 400 (₹667K),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Honda Shine (₹640K)  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Honda Unicorn (₹604K)   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Yamaha R15 V4 (₹584K)   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Yamaha FZ V3 (₹579K)   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resale market value captured is around ₹12.82L.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Seller types include Dealers and Individuals, with different ownership stages (First, Second, Third)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Registration by insurance status shows balanced distribution between Active, Expired, and Not Available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Geographical data highlights major bike activity concentrated in states like Delhi, Maharashtra, and surrounding regions.</a:t>
            </a:r>
          </a:p>
        </p:txBody>
      </p:sp>
    </p:spTree>
    <p:extLst>
      <p:ext uri="{BB962C8B-B14F-4D97-AF65-F5344CB8AC3E}">
        <p14:creationId xmlns:p14="http://schemas.microsoft.com/office/powerpoint/2010/main" val="1465186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92305-D954-2C10-5722-6FEC6E95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6425" y="324007"/>
            <a:ext cx="3505199" cy="537980"/>
          </a:xfrm>
        </p:spPr>
        <p:txBody>
          <a:bodyPr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DASHBOARD 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6339D9-F8EC-7FA2-9901-3B5E46AE6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103" y="958188"/>
            <a:ext cx="6665845" cy="569333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FB57D-09E2-C0AD-C86F-1B8E0D2B7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8205" y="0"/>
            <a:ext cx="4837897" cy="6858000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Tier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bikes are registered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 3 cities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Tier 2 and Tier 1.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market penetration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semi-urban and rural areas.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Status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Registrations are fairly balanced across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Active, Expired, and Not Available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better insurance awareness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Mileage by Fuel Type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 bikes dominate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2.9K km/l (43.33%)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a small portion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1.44K km/l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while electric remains minimal.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Capacity (cc) by Fuel Type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 bikes show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engine capacity (20.1K cc)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and Hybrid models have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engine presence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petrol.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Resale Price Analysis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bike models like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Bajaj Avenger 220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Honda models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 resale value.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Resale prices cluster around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₹57,231 average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61088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95</TotalTime>
  <Words>445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Century Gothic</vt:lpstr>
      <vt:lpstr>Times New Roman</vt:lpstr>
      <vt:lpstr>Wingdings</vt:lpstr>
      <vt:lpstr>Wingdings 3</vt:lpstr>
      <vt:lpstr>Wisp</vt:lpstr>
      <vt:lpstr>BIKE MODELS DASHBOARD</vt:lpstr>
      <vt:lpstr>MILEAGE AND CAPACITY</vt:lpstr>
      <vt:lpstr>SELLER DETAILS DASHBOARD </vt:lpstr>
      <vt:lpstr>FINAL DASHBOARD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afser</dc:creator>
  <cp:lastModifiedBy>mohammed afser</cp:lastModifiedBy>
  <cp:revision>2</cp:revision>
  <dcterms:created xsi:type="dcterms:W3CDTF">2025-09-27T10:37:05Z</dcterms:created>
  <dcterms:modified xsi:type="dcterms:W3CDTF">2025-09-29T13:05:12Z</dcterms:modified>
</cp:coreProperties>
</file>