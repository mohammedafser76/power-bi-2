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65" r:id="rId2"/>
    <p:sldId id="262" r:id="rId3"/>
    <p:sldId id="263" r:id="rId4"/>
    <p:sldId id="264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80C64C-5EA5-4223-911B-BA47213B07EB}" v="114" dt="2025-09-29T10:23:59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00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76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67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423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4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662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52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207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681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69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509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0999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09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55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361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272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39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492EC-BA59-4E55-8D2E-0FC2500739D4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07F94-3BCE-4A0A-97AC-DA8AFCACD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68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673F-B9E5-9E09-BDFF-DAC93A991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313183"/>
            <a:ext cx="8998858" cy="13153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NARMADHA HOSPITAL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76B8D-1A44-056C-8EFA-BE4D0D95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9084" y="2313183"/>
            <a:ext cx="1589314" cy="402770"/>
          </a:xfrm>
        </p:spPr>
        <p:txBody>
          <a:bodyPr/>
          <a:lstStyle/>
          <a:p>
            <a:r>
              <a:rPr lang="en-US" dirty="0"/>
              <a:t>24 HOURS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81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8B6C-5C3A-5E0F-92F2-7F8533DF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596" y="235974"/>
            <a:ext cx="5719582" cy="56781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COUNT DASEBOARD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EEDDDED-2230-20D8-B827-95BEC9B0F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695" y="921627"/>
            <a:ext cx="7624749" cy="570039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5520-50BB-EB04-8E87-B02A1BA39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0556" y="921627"/>
            <a:ext cx="4046139" cy="57004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insights into hospital billing transactions.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billing amount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is ₹104.67K,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bill 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₹2.62K across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transactions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status is distributed across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 (0.014K)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(0.014K)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Paid (0.012K)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payment methods shows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used, followed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distribution by date highlights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73% in one month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27% in another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seasonal or operational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BAD5-23D8-083E-755D-84B1EBE77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918" y="2168496"/>
            <a:ext cx="5637688" cy="5470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8D3CC8E-EA7D-DE93-497E-6B182C01F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241" y="958645"/>
            <a:ext cx="7256204" cy="564814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3B6D9-B6C7-3C80-EEB1-1C214519B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0555" y="958645"/>
            <a:ext cx="4414685" cy="567812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highlights the hospital’s appointment records.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appointments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logged, spread across multiple dates in the month.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 for visits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Consultation (12), Checkup (10), Follow-up (7), Therapy (7), and Emergency (4).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status: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Scheduled (13)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No-show (11)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Cancelled (8)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(8)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number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no-shows (27%)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a key area for operational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13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01E6-1767-265F-112A-339B9263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411" y="73508"/>
            <a:ext cx="5121494" cy="67596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84AACA4-B1B6-2661-532C-B4629FB66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1" y="823218"/>
            <a:ext cx="7101114" cy="578405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3570E-BF4A-05A2-2C09-45A7BBD5C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0285" y="823218"/>
            <a:ext cx="4510315" cy="578405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gives a cost-based overview of different treatment types.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cost is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scans (39K)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Physiotherapy (19K)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Chemotherapy (19K)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(16K)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(11K)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costs by description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procedures (43K)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screening (38K)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protocols (25K)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totaling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treatment data shows peaks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(145 cases)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dips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(17 cases)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seasonal variation.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cost pattern reveals where hospital resources are most utilized.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143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C785-31AE-90B7-0E12-08B577DA4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055" y="194069"/>
            <a:ext cx="4254372" cy="58057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324296-E3CD-00D6-A56E-2D59C9DA7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862" y="892628"/>
            <a:ext cx="6891338" cy="565331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E69CF-48A3-F001-3150-1A1C36044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4800" y="892628"/>
            <a:ext cx="4495800" cy="565331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focuses on patient demographics and contact details.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records include names, gender distribution, and date of birth filters.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registration trends vary across months, with a peak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75bn in September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providers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Medicare Plus (18 patients), Wellness Corp (16), Pulse Secure (10), and Health India (6).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 shows top addresses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321 Maple Dr (19 emails)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789 Pine Rd (15 emails)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overview helps in understanding patient engagement and insurance distribution.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492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7301-3BA6-2EE3-E74C-8861FCB9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28" y="117986"/>
            <a:ext cx="4310063" cy="72021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70236B-75E2-4677-C8B9-A4F6FA0E4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32387"/>
            <a:ext cx="5815782" cy="556014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F18FF-18D9-AA05-57D3-3C4C6D705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0217" y="1032387"/>
            <a:ext cx="5815781" cy="5560142"/>
          </a:xfrm>
        </p:spPr>
        <p:txBody>
          <a:bodyPr>
            <a:normAutofit fontScale="475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Overview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hospital generated a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amount of 104.67K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24 hours.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and patient-wise filters (Alex, David) allow deeper insights.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Cost Analysis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contributed the highest cost (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39K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followed by Physiotherapy and Chemotherapy (each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19K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and X-Ray contributed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16K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11K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respectively.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Status Insights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 were almost evenly distributed across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Failed, Pending, and Paid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 (~0.012K each).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Date Distribution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bills (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73%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fall into one category, while the remaining (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27%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spread across other dates.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Communication (Emails by Address)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email activity recorded from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321 Maple Dr (19 emails)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789 Pine Rd (15 emails)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Trends by Month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treatments occurred in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6 (145 treatments)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4 (77 treatments)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 for Visit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reasons were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Consultation (12)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Checkups (10)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categories included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Follow-up (10)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Therapy (8)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(4)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4505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308</TotalTime>
  <Words>569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</vt:lpstr>
      <vt:lpstr>Vapor Trail</vt:lpstr>
      <vt:lpstr>NARMADHA HOSPITAL</vt:lpstr>
      <vt:lpstr>BILLING COUNT DASEBOARD</vt:lpstr>
      <vt:lpstr>APPOINTMENTS DASHBOARD</vt:lpstr>
      <vt:lpstr>TREATMENT DASHBOARD</vt:lpstr>
      <vt:lpstr>PATIENT DASHBOARD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afser</dc:creator>
  <cp:lastModifiedBy>mohammed afser</cp:lastModifiedBy>
  <cp:revision>2</cp:revision>
  <dcterms:created xsi:type="dcterms:W3CDTF">2025-09-12T10:26:36Z</dcterms:created>
  <dcterms:modified xsi:type="dcterms:W3CDTF">2025-09-29T10:39:07Z</dcterms:modified>
</cp:coreProperties>
</file>